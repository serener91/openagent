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mix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Margin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Guidance and expectations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 factors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